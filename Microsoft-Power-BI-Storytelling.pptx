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87f7812-ad26-4fa3-b6d5-6d2b2686a91f}">
  <we:reference id="WA200003233" version="2.0.0.3" store="en-US" storeType="OMEX"/>
  <we:alternateReferences/>
  <we:properties>
    <we:property name="Microsoft.Office.CampaignId" value="&quot;none&quot;"/>
    <we:property name="reportUrl" value="&quot;/groups/me/reports/6ea9e701-bdb7-4c28-a8f1-934fb27268d2/563b9da0066c22cc7963?bookmarkGuid=92262237-4d7e-46a2-b2b4-fd3355769cd8&amp;bookmarkUsage=1&amp;ctid=e7984cac-2543-4f88-8f97-9524335e6bc4&amp;fromEntryPoint=export&quot;"/>
    <we:property name="reportState" value="&quot;CONNECTED&quot;"/>
    <we:property name="artifactViewState" value="&quot;live&quot;"/>
    <we:property name="reportEmbeddedTime" value="&quot;2025-12-11T01:00:59.806Z&quot;"/>
    <we:property name="creatorSessionId" value="&quot;166ff37b-21a0-44ee-b830-676b2075ec84&quot;"/>
    <we:property name="creatorUserId" value="&quot;1003200283626815&quot;"/>
    <we:property name="creatorTenantId" value="&quot;e7984cac-2543-4f88-8f97-9524335e6bc4&quot;"/>
    <we:property name="pageDisplayName" value="&quot;Página 1&quot;"/>
    <we:property name="pageName" value="&quot;563b9da0066c22cc7963&quot;"/>
    <we:property name="reportName" value="&quot;Dashboard&quot;"/>
    <we:property name="isVisualContainerHeaderHidden" value="false"/>
    <we:property name="isFiltersActionButtonVisible" value="true"/>
    <we:property name="initialStateBookmark" value="&quot;H4sIAAAAAAAAA9VXTU/jMBD9K5XP1SrfabiVLie2gABxWaFqbE+KkRtHjsO2i/rfd5wU8Sl62GXb9tJkPJl57/nFsR+ZVE2tYXUGC2RHbApWgDR2ELIhq/rY8fn56XR8eTo7G09PKGxqp0zVsKNH5sDO0d2opgXtK1Dw5+2QgdYXMPd3JegGh6xG25gKtPqNfTINOdvieshwWWtjwZe8cuDQl32gdLqn3uG3mDqCcOoBr1C4PppmMS8kBEGWiSgSIi8yn9b0CR2yD1N86a79xFQOVEVtfCyICy6QJ0meiCArgY+C3MdLpd0mha9OlrUldsR5VXtVxvIBKoGSdRQsNj3iRzZFaFrb8Th5NXBlWivwEstuqHLKragOaLQOGrYmLS6sIaW68LVxoAfOQtWAEFQB+5Q782tikXSS7ChY31KkUdVcb2R9ZnjdoxRgPULD70kbz4QeMFaiPV51ZL4r+6RqNHyD9yuJEHJKiyBK8iDiYSoxAV6UHIv9EP7l4IFK/jzYiz2SYVqIqAgzRAGcp1nJdy42NDCQeOByvyPRCw6iCPlIjqKgFHEex3FSxlsFnxDxubFKENW3mk+MbhfVX6JtcL7AypkPtB4e0rTrtiEVUfaiTO7Auv2zwdOni9LuX3ycNpPcI/vXs0re80trlPN0lPKwwFJwkYwK2L60frn5lJxZnGuY1VZVQtXUZ4c2HPfhQU37nQ7W4DNYWy2paUMxeWNLs+BmD7z5OdP/6NMPDdA7Npd5nmRxiEWa8xDTKMvk7h27F8vlli3JcM9e4ENcvN9tmXa3dGcJ0m44KrM4LiGjVVyGHb1PJXW4dNwsX6vY/V5G2ALpwOYvTOuaGgReQIUdl7pHpLDLI+tAJVFurq3//6FozvrWN6Bb37U73rGuCaFRXOOWB/yhj3WwPNf1HxmHbEx/DgAA&quot;"/>
    <we:property name="bookmark" value="&quot;H4sIAAAAAAAAA9VXy27bMBD8FYNno9D7kVvi5tYUQRPkUgTBklw5DGhRoKjUbuB/71J0kCfiQ5va9sXScr07MxyvqAcmVd9pWH2HBbIjdgZWgDR2ErMpa0OsLGpMpYAsqmpeJZWoy4ZWTeeUaXt29MAc2Dm6K9UPoH0hCv68njLQ+hzm/q4B3eOUdWh704JWvzEk05KzA66nDJedNhZ8yQsHDn3Ze0qne4IQf0mpIwin7vEChQvRvEh5LSGKikIkiRBlXfi0PiSMyN5N8aXH9jPTOlAttfGxKK25QJ5lZSaiogFeRaWPN0q7TQpfnS47S+yI86rz4hzLe2gFSjZSsNgHxA/sDKEf7Mjj9MXChRmswB/YjEutU25FdUCjddCzNWlxbg0pNYYvjQM9cRbaHoSgChhSbs2vmUXSSbKjaH1NkV61c72R9YnhZUApwHqEht+RNp4J/cBYifZkNZL5quyjqsn0Fd7PJELIKS2BJCujhMe5xAx43XCs90P454sHKvnTYhC7knFei6SOC0QBnOdFw3cuNvQwkXjgcr8hEQQHUce8klUSNSIt0zTNmnSr4DMiPjdWCaL6WvOZ0cOi/Uu0Pc4X2DrzjtbTQ9p2PfSkIsogyuwWrNs/Gzw+uijt7tnDabPJAdm/3lXynh+tScnzKudxjY3gIqtq2D5aP918St5YnGu46axqheqozw5teBzCk46OPSOsyUewtlpS04Fi9sqWZsHNHnjzY6b/0afvGiA4tpRlmRVpjHVe8hjzpCjk7h27F+Nyy5Fkumd/4EMc3m+OTLsb3UWGdBpOmiJNGyhoist4pPehpA6XjpvlSxXHz/MIWyC9sPkLM7i+A4Hn0OLIpQuIFI55ZB1oJcrNtfXf3xTtWWh9BXrwXcfXOza28djXfwAGN4ngVg4AAA==&quot;"/>
    <we:property name="datasetId" value="&quot;88a528d8-90df-4084-a2d1-9ebe884a2f73&quot;"/>
    <we:property name="embedUrl" value="&quot;/reportEmbed?reportId=6ea9e701-bdb7-4c28-a8f1-934fb27268d2&amp;config=eyJjbHVzdGVyVXJsIjoiaHR0cHM6Ly9XQUJJLVNPVVRILUNFTlRSQUwtVVMtQy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85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Paola Espinoza</cp:lastModifiedBy>
  <cp:revision>3</cp:revision>
  <dcterms:created xsi:type="dcterms:W3CDTF">2018-06-07T21:39:02Z</dcterms:created>
  <dcterms:modified xsi:type="dcterms:W3CDTF">2025-12-11T01:02:06Z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