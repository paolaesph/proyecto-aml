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55" d="100"/>
          <a:sy n="55" d="100"/>
        </p:scale>
        <p:origin x="34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F564F-5E67-44F8-AD2F-6F591826E457}" type="datetimeFigureOut">
              <a:rPr lang="es-CR" smtClean="0"/>
              <a:t>10/12/2025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B7EDE-855E-49F9-B0DE-C499E1461B2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4983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Alertas por regla principal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alertas por segmento y regla principal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Resultados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ea9e701-bdb7-4c28-a8f1-934fb27268d2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ea9e701-bdb7-4c28-a8f1-934fb27268d2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12/11/2025 12:58:29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12/11/2025 12:56:53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 ,card ,card ,clusteredColumnChart ,Alertas por regla principal ,Total alertas por segmento y regla principal ,Resultados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66</Words>
  <Application>Microsoft Office PowerPoint</Application>
  <PresentationFormat>Panorámica</PresentationFormat>
  <Paragraphs>27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Dashboard</vt:lpstr>
      <vt:lpstr>Página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PAOLA MARIA ESPINOZA HERNANDEZ</cp:lastModifiedBy>
  <cp:revision>4</cp:revision>
  <dcterms:created xsi:type="dcterms:W3CDTF">2016-09-04T11:54:55Z</dcterms:created>
  <dcterms:modified xsi:type="dcterms:W3CDTF">2025-12-11T01:03:47Z</dcterms:modified>
</cp:coreProperties>
</file>